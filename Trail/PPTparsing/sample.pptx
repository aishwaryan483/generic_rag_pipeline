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PPTX for Parsing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Structured + Unstructured Text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Text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bullet point</a:t>
            </a:r>
          </a:p>
          <a:p>
            <a:r>
              <a:t>• Second bullet point</a:t>
            </a:r>
          </a:p>
          <a:p>
            <a:r>
              <a:t>• 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Unstructured Text Example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2000000"/>
            <a:ext cx="4000000" cy="2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